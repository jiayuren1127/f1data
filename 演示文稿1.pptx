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1118235"/>
            <a:ext cx="12192000" cy="2570480"/>
          </a:xfrm>
        </p:spPr>
        <p:txBody>
          <a:bodyPr/>
          <a:p>
            <a:pPr algn="ctr"/>
            <a:r>
              <a:rPr lang="en-US" altLang="zh-CN"/>
              <a:t>Will You Overtake?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764235"/>
            <a:ext cx="9799200" cy="1472400"/>
          </a:xfrm>
        </p:spPr>
        <p:txBody>
          <a:bodyPr/>
          <a:p>
            <a:r>
              <a:rPr lang="en-US" altLang="zh-CN"/>
              <a:t>Evidence from Formula 1 real-time data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3400" y="8191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https://docs.fastf1.dev/index.html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WPS 演示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 You Choose to Overtake?</dc:title>
  <dc:creator/>
  <cp:lastModifiedBy>任家瑜(2025311717)</cp:lastModifiedBy>
  <cp:revision>3</cp:revision>
  <dcterms:created xsi:type="dcterms:W3CDTF">2026-03-27T01:51:06Z</dcterms:created>
  <dcterms:modified xsi:type="dcterms:W3CDTF">2026-03-27T01:51:06Z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71F24BB917BF7F301C838868DDA6523B_41</vt:lpwstr>
  </property>
</Properties>
</file>